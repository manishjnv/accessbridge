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0152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AccessBridge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267047" y="3063240"/>
            <a:ext cx="3657600" cy="36576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383280"/>
            <a:ext cx="9601200" cy="228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7B68EE"/>
                </a:solidFill>
                <a:latin typeface="Calibri"/>
              </a:rPr>
              <a:t>Ambient Accessibility Operating Layer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E0E0E0"/>
                </a:solidFill>
                <a:latin typeface="Calibri"/>
              </a:rPr>
              <a:t>Wipro TopGear Ideathon 2026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A0A0B8"/>
                </a:solidFill>
                <a:latin typeface="Calibri"/>
              </a:rPr>
              <a:t>Team AccessBridge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64808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A0A0B8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2011680" cy="36576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24128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1.3 billion people with disabilities worldwide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Current tools require disclosure of disability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Solutions are app-specific, not universal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Tools do not adapt to individual user needs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Stigma prevents adoption of assistive technology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Aging population (2.5B) increasingly excluded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64808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A0A0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Our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2011680" cy="36576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24128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Zero-disclosure: no need to identify as disabled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Cross-application: works on ANY website automatically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Learns and adapts from user behavior in real-time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Privacy-first: all processing happens on-device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Chrome extension with zero installation friction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64808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A0A0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2011680" cy="36576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24128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Monorepo: @accessbridge/core + extension + ai-engine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Chrome Extension built on Manifest V3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3-tier AI pipeline: local rules &gt; Gemini Flash &gt; Claude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Encrypted IndexedDB user profiles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Event-driven signal pipeline with real-time 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64808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A0A0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Key Innovation: Struggle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2011680" cy="36576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24128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10 signal types: typing speed, mouse jitter, scroll patterns, error rates, hesitation, backspace ratio, zoom, voice strain, gaze, fatigue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Decision Engine with 11 adaptive rules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Automatic adaptation without user action required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Continuous learning from behavioral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64808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A0A0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Feature: Cognitive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2011680" cy="36576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24128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Focus mode removes page distractions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Distraction shield for deep work sessions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Reading guide overlay for tracking text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AI-powered page and email summarization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Text simplification with Flesch-Kincaid targeting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64808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A0A0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Feature: Motor Assistance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2011680" cy="36576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24128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20+ voice commands in English and Hindi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Dwell click for users with motor impairments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Eye tracking via FaceDetector API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Full keyboard-only navigation mode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Predictive input with smart suggestions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64808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A0A0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Feature: Sensory Adaptation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2011680" cy="36576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24128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High contrast themes (multiple profiles)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Dynamic font scaling across all content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Text-to-speech via Web Speech API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Reduced motion mode for vestibular sensitivity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Color filters for various types of color blindness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64808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A0A0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Feature: Fatigue-Adaptive UI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2011680" cy="36576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24128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4 progressive levels of page simplification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Level 1 - Subtle: larger targets, simpler navigation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Level 2 - Moderate: reduce content, increase spacing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Level 3 - Significant: auto-summarize, simplify layout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Level 4 - Maximum: essential content only, break reminders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64808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A0A0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Domain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2011680" cy="36576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24128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Banking: jargon decoder, form assistance, Indian numbering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Insurance: policy simplifier, claims assistant, comparison tool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Extensible connector architecture for any domain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Context-aware assistance tailored to each vertical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64808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A0A0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AI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2011680" cy="36576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24128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3-tier cost optimization: free local &gt; Gemini Flash &gt; Claude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Intelligent response caching and request deduplication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Cost tracking with configurable daily budgets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Graceful degradation when budget is exhausted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Sub-100ms response time for local 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64808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A0A0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Testing &amp;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2011680" cy="36576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24128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116 unit tests passing across all packages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TypeScript strict mode enabled throughout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Zero build errors with clean CI on every push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Automated CI/CD deployment pipeline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Comprehensive coverage for critical paths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64808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A0A0B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2011680" cy="36576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24128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Chrome Extension on Manifest V3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TypeScript / React / Vite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pnpm monorepo architecture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IndexedDB for encrypted local storage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Web Speech API / MediaPipe / FaceDetector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Vitest for unit and integration 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64808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A0A0B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Impact &amp;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2011680" cy="36576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24128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TAM: 1.3B disabled + 2.5B aging = 3.8B potential users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Zero-disclosure removes stigma barrier entirely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Works on any website with no integration required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0">
                <a:solidFill>
                  <a:srgbClr val="E0E0E0"/>
                </a:solidFill>
                <a:latin typeface="Calibri"/>
              </a:rPr>
              <a:t>Privacy-first: no data ever leaves the device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1">
                <a:solidFill>
                  <a:srgbClr val="7B68EE"/>
                </a:solidFill>
                <a:latin typeface="Calibri"/>
              </a:rPr>
              <a:t>▸  </a:t>
            </a:r>
            <a:r>
              <a:rPr sz="1900" b="1">
                <a:solidFill>
                  <a:srgbClr val="FFFFFF"/>
                </a:solidFill>
                <a:latin typeface="Calibri"/>
              </a:rPr>
              <a:t>B2B potential: enterprise accessibility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64808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A0A0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Demo &amp; Links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2011680" cy="36576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783080"/>
            <a:ext cx="850392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0">
                <a:solidFill>
                  <a:srgbClr val="E0E0E0"/>
                </a:solidFill>
                <a:latin typeface="Calibri"/>
              </a:rPr>
              <a:t>Live Chrome extension demo available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0">
                <a:solidFill>
                  <a:srgbClr val="E0E0E0"/>
                </a:solidFill>
                <a:latin typeface="Calibri"/>
              </a:rPr>
              <a:t>GitHub: github.com/manishjnv/AccessBridge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900" b="0">
                <a:solidFill>
                  <a:srgbClr val="E0E0E0"/>
                </a:solidFill>
                <a:latin typeface="Calibri"/>
              </a:rPr>
              <a:t>Deployed: accessbridge.live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 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1000"/>
              </a:spcAft>
            </a:pPr>
            <a:r>
              <a:rPr sz="2800" b="1">
                <a:solidFill>
                  <a:srgbClr val="7B68EE"/>
                </a:solidFill>
                <a:latin typeface="Calibri"/>
              </a:rPr>
              <a:t>Thank you!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64808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A0A0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